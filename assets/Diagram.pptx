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003" autoAdjust="0"/>
  </p:normalViewPr>
  <p:slideViewPr>
    <p:cSldViewPr snapToGrid="0">
      <p:cViewPr>
        <p:scale>
          <a:sx n="150" d="100"/>
          <a:sy n="150" d="100"/>
        </p:scale>
        <p:origin x="1794" y="-119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790EC-F85E-4BC9-9E2D-31011507022E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4E508-CF10-4439-9580-29653DAE6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1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4E508-CF10-4439-9580-29653DAE6E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6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09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2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9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4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4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3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6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3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9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102BF-3E1C-4FEC-B8AE-4CD23D8F5F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EB9DD-41B5-4C4F-8750-1700936BA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4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TB6612FNG Breakout Board">
            <a:extLst>
              <a:ext uri="{FF2B5EF4-FFF2-40B4-BE49-F238E27FC236}">
                <a16:creationId xmlns:a16="http://schemas.microsoft.com/office/drawing/2014/main" id="{9BDCBB7C-41E9-700E-31E3-726C90B71B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1" t="5714" r="51493" b="5271"/>
          <a:stretch>
            <a:fillRect/>
          </a:stretch>
        </p:blipFill>
        <p:spPr bwMode="auto">
          <a:xfrm>
            <a:off x="7443029" y="3401844"/>
            <a:ext cx="1083525" cy="110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3DC6E1-6142-5086-32E6-FA1FE87A7E9B}"/>
              </a:ext>
            </a:extLst>
          </p:cNvPr>
          <p:cNvCxnSpPr>
            <a:cxnSpLocks/>
          </p:cNvCxnSpPr>
          <p:nvPr/>
        </p:nvCxnSpPr>
        <p:spPr>
          <a:xfrm flipH="1">
            <a:off x="7036231" y="4439263"/>
            <a:ext cx="140257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Straight Connector 1077">
            <a:extLst>
              <a:ext uri="{FF2B5EF4-FFF2-40B4-BE49-F238E27FC236}">
                <a16:creationId xmlns:a16="http://schemas.microsoft.com/office/drawing/2014/main" id="{1D35A908-7624-B2F0-1490-E227946C1FDC}"/>
              </a:ext>
            </a:extLst>
          </p:cNvPr>
          <p:cNvCxnSpPr>
            <a:cxnSpLocks/>
          </p:cNvCxnSpPr>
          <p:nvPr/>
        </p:nvCxnSpPr>
        <p:spPr>
          <a:xfrm flipV="1">
            <a:off x="3395441" y="2317750"/>
            <a:ext cx="0" cy="24557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85060453-78CE-3080-961D-F32D21D305EA}"/>
              </a:ext>
            </a:extLst>
          </p:cNvPr>
          <p:cNvCxnSpPr>
            <a:cxnSpLocks/>
          </p:cNvCxnSpPr>
          <p:nvPr/>
        </p:nvCxnSpPr>
        <p:spPr>
          <a:xfrm flipV="1">
            <a:off x="3642530" y="2434685"/>
            <a:ext cx="0" cy="246283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AC76247F-EE17-0547-C1FC-CA8BA3FFB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778" b="65417" l="36719" r="61719">
                        <a14:foregroundMark x1="41875" y1="15278" x2="41875" y2="15278"/>
                        <a14:foregroundMark x1="41094" y1="13056" x2="41016" y2="21528"/>
                        <a14:foregroundMark x1="41016" y1="21528" x2="41016" y2="21528"/>
                        <a14:foregroundMark x1="39609" y1="14722" x2="37656" y2="52083"/>
                        <a14:foregroundMark x1="37656" y1="52083" x2="41250" y2="63750"/>
                        <a14:foregroundMark x1="41250" y1="63750" x2="53125" y2="64444"/>
                        <a14:foregroundMark x1="53125" y1="64444" x2="58750" y2="63611"/>
                        <a14:foregroundMark x1="58750" y1="63611" x2="61719" y2="46528"/>
                        <a14:foregroundMark x1="61719" y1="46528" x2="58594" y2="14167"/>
                        <a14:foregroundMark x1="58594" y1="14167" x2="39375" y2="15139"/>
                        <a14:foregroundMark x1="39375" y1="15139" x2="38906" y2="15972"/>
                        <a14:foregroundMark x1="44141" y1="9167" x2="52812" y2="11667"/>
                        <a14:foregroundMark x1="52812" y1="11667" x2="48359" y2="9306"/>
                        <a14:foregroundMark x1="38516" y1="18056" x2="39219" y2="20972"/>
                        <a14:foregroundMark x1="38125" y1="24167" x2="37031" y2="24306"/>
                        <a14:foregroundMark x1="37422" y1="30278" x2="37109" y2="34722"/>
                        <a14:foregroundMark x1="37031" y1="36528" x2="37969" y2="43611"/>
                        <a14:foregroundMark x1="37109" y1="45417" x2="36719" y2="58472"/>
                        <a14:foregroundMark x1="36719" y1="58472" x2="37422" y2="62083"/>
                        <a14:foregroundMark x1="61484" y1="17222" x2="61016" y2="63472"/>
                        <a14:foregroundMark x1="61016" y1="63472" x2="60078" y2="65417"/>
                        <a14:foregroundMark x1="51406" y1="62500" x2="47188" y2="60694"/>
                        <a14:foregroundMark x1="46797" y1="51806" x2="50859" y2="33194"/>
                        <a14:foregroundMark x1="40078" y1="29444" x2="55859" y2="46528"/>
                        <a14:foregroundMark x1="55000" y1="30833" x2="51172" y2="53194"/>
                        <a14:foregroundMark x1="47344" y1="35972" x2="43828" y2="42222"/>
                        <a14:foregroundMark x1="43828" y1="42222" x2="42188" y2="53194"/>
                        <a14:foregroundMark x1="42188" y1="53194" x2="42891" y2="54028"/>
                        <a14:foregroundMark x1="43516" y1="9583" x2="49219" y2="7778"/>
                        <a14:foregroundMark x1="49219" y1="7778" x2="54141" y2="9583"/>
                        <a14:foregroundMark x1="54141" y1="9583" x2="54141" y2="12361"/>
                        <a14:foregroundMark x1="54531" y1="8194" x2="54375" y2="10556"/>
                        <a14:foregroundMark x1="43594" y1="8194" x2="43203" y2="9306"/>
                        <a14:foregroundMark x1="56875" y1="32222" x2="56875" y2="50417"/>
                        <a14:foregroundMark x1="56953" y1="54028" x2="44922" y2="56250"/>
                        <a14:foregroundMark x1="44922" y1="56250" x2="40781" y2="50694"/>
                        <a14:foregroundMark x1="40781" y1="50694" x2="40781" y2="39028"/>
                        <a14:foregroundMark x1="40781" y1="39028" x2="44063" y2="33056"/>
                        <a14:foregroundMark x1="44063" y1="33056" x2="55781" y2="30278"/>
                        <a14:foregroundMark x1="55781" y1="30278" x2="57266" y2="38056"/>
                        <a14:foregroundMark x1="51406" y1="28333" x2="44766" y2="31250"/>
                        <a14:foregroundMark x1="44766" y1="31250" x2="45781" y2="32083"/>
                        <a14:foregroundMark x1="56953" y1="35972" x2="55156" y2="36667"/>
                        <a14:foregroundMark x1="43672" y1="40694" x2="41641" y2="44306"/>
                        <a14:foregroundMark x1="41953" y1="39167" x2="40938" y2="48611"/>
                        <a14:foregroundMark x1="46250" y1="40556" x2="45313" y2="50417"/>
                        <a14:foregroundMark x1="45313" y1="50417" x2="45313" y2="50417"/>
                        <a14:foregroundMark x1="55859" y1="37778" x2="54844" y2="49722"/>
                        <a14:foregroundMark x1="51094" y1="48194" x2="49766" y2="54722"/>
                        <a14:foregroundMark x1="52422" y1="19583" x2="52344" y2="28333"/>
                        <a14:foregroundMark x1="45703" y1="20139" x2="45703" y2="27917"/>
                        <a14:foregroundMark x1="45703" y1="27917" x2="45703" y2="27917"/>
                        <a14:backgroundMark x1="25078" y1="9306" x2="25078" y2="93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703" t="6968" r="37604" b="32854"/>
          <a:stretch/>
        </p:blipFill>
        <p:spPr bwMode="auto">
          <a:xfrm rot="10800000">
            <a:off x="7466718" y="4891345"/>
            <a:ext cx="1083526" cy="137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2C532B-A25C-39FD-D720-C50076F1DDB2}"/>
              </a:ext>
            </a:extLst>
          </p:cNvPr>
          <p:cNvCxnSpPr>
            <a:cxnSpLocks/>
          </p:cNvCxnSpPr>
          <p:nvPr/>
        </p:nvCxnSpPr>
        <p:spPr>
          <a:xfrm flipH="1">
            <a:off x="7036231" y="5825144"/>
            <a:ext cx="5083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B81BE9-C73E-9818-CB9D-914889E1E64F}"/>
              </a:ext>
            </a:extLst>
          </p:cNvPr>
          <p:cNvCxnSpPr>
            <a:cxnSpLocks/>
          </p:cNvCxnSpPr>
          <p:nvPr/>
        </p:nvCxnSpPr>
        <p:spPr>
          <a:xfrm>
            <a:off x="7036231" y="3747244"/>
            <a:ext cx="0" cy="20779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1CFF64F-78B7-9FD9-EA1B-ACACF72421E5}"/>
              </a:ext>
            </a:extLst>
          </p:cNvPr>
          <p:cNvCxnSpPr>
            <a:cxnSpLocks/>
          </p:cNvCxnSpPr>
          <p:nvPr/>
        </p:nvCxnSpPr>
        <p:spPr>
          <a:xfrm flipH="1">
            <a:off x="7031468" y="3752007"/>
            <a:ext cx="5083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F0C466D-1927-E26D-8110-4B13389B31A6}"/>
              </a:ext>
            </a:extLst>
          </p:cNvPr>
          <p:cNvCxnSpPr>
            <a:cxnSpLocks/>
          </p:cNvCxnSpPr>
          <p:nvPr/>
        </p:nvCxnSpPr>
        <p:spPr>
          <a:xfrm flipH="1">
            <a:off x="7253065" y="5975009"/>
            <a:ext cx="29146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FB5B39F-FFAF-EBF1-9FB8-D8F3C89B8145}"/>
              </a:ext>
            </a:extLst>
          </p:cNvPr>
          <p:cNvCxnSpPr>
            <a:cxnSpLocks/>
          </p:cNvCxnSpPr>
          <p:nvPr/>
        </p:nvCxnSpPr>
        <p:spPr>
          <a:xfrm>
            <a:off x="7255305" y="3590925"/>
            <a:ext cx="0" cy="23840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43D7460-9362-6F7A-89D7-46CE7314F79E}"/>
              </a:ext>
            </a:extLst>
          </p:cNvPr>
          <p:cNvCxnSpPr>
            <a:cxnSpLocks/>
          </p:cNvCxnSpPr>
          <p:nvPr/>
        </p:nvCxnSpPr>
        <p:spPr>
          <a:xfrm flipH="1">
            <a:off x="7261925" y="3611711"/>
            <a:ext cx="28260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0" name="Picture 8" descr="12V 12Ah Replacement Battery compatible with Interstate SLA3060, SLA1105">
            <a:extLst>
              <a:ext uri="{FF2B5EF4-FFF2-40B4-BE49-F238E27FC236}">
                <a16:creationId xmlns:a16="http://schemas.microsoft.com/office/drawing/2014/main" id="{697D20D9-EC96-CDB8-17D3-D0E1004474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5800" b="86733" l="9867" r="92200">
                        <a14:foregroundMark x1="57800" y1="22933" x2="41333" y2="22933"/>
                        <a14:foregroundMark x1="31133" y1="22667" x2="16267" y2="29400"/>
                        <a14:foregroundMark x1="16267" y1="29400" x2="14000" y2="49533"/>
                        <a14:foregroundMark x1="14000" y1="49533" x2="15000" y2="57867"/>
                        <a14:foregroundMark x1="84533" y1="34533" x2="85467" y2="53733"/>
                        <a14:foregroundMark x1="85467" y1="53733" x2="83933" y2="58267"/>
                        <a14:foregroundMark x1="69333" y1="83067" x2="54067" y2="79600"/>
                        <a14:foregroundMark x1="10333" y1="69933" x2="12133" y2="29400"/>
                        <a14:foregroundMark x1="12133" y1="29400" x2="22800" y2="21467"/>
                        <a14:foregroundMark x1="22800" y1="21467" x2="30333" y2="19067"/>
                        <a14:foregroundMark x1="30333" y1="19067" x2="40200" y2="18600"/>
                        <a14:foregroundMark x1="40200" y1="18600" x2="47800" y2="20467"/>
                        <a14:foregroundMark x1="60333" y1="24133" x2="43267" y2="28800"/>
                        <a14:foregroundMark x1="43267" y1="28800" x2="40533" y2="28067"/>
                        <a14:foregroundMark x1="50733" y1="17667" x2="35133" y2="15800"/>
                        <a14:foregroundMark x1="89867" y1="24933" x2="91267" y2="37200"/>
                        <a14:foregroundMark x1="91267" y1="37200" x2="88933" y2="57533"/>
                        <a14:foregroundMark x1="88933" y1="57533" x2="89067" y2="59000"/>
                        <a14:foregroundMark x1="92200" y1="23600" x2="92067" y2="28333"/>
                        <a14:foregroundMark x1="9867" y1="69533" x2="11133" y2="56400"/>
                        <a14:foregroundMark x1="70000" y1="86733" x2="68867" y2="865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07" t="12059" r="6622" b="11667"/>
          <a:stretch/>
        </p:blipFill>
        <p:spPr bwMode="auto">
          <a:xfrm>
            <a:off x="9678456" y="1085272"/>
            <a:ext cx="3070217" cy="269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DB9EF4FE-FA34-488C-6C91-1C41EDDA35AB}"/>
              </a:ext>
            </a:extLst>
          </p:cNvPr>
          <p:cNvCxnSpPr>
            <a:cxnSpLocks/>
          </p:cNvCxnSpPr>
          <p:nvPr/>
        </p:nvCxnSpPr>
        <p:spPr>
          <a:xfrm>
            <a:off x="7549616" y="3228341"/>
            <a:ext cx="4788761" cy="0"/>
          </a:xfrm>
          <a:prstGeom prst="line">
            <a:avLst/>
          </a:prstGeom>
          <a:ln w="38100">
            <a:solidFill>
              <a:srgbClr val="006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CC980FF7-5B38-C94C-1FEB-E70B425FA87B}"/>
              </a:ext>
            </a:extLst>
          </p:cNvPr>
          <p:cNvCxnSpPr>
            <a:cxnSpLocks/>
          </p:cNvCxnSpPr>
          <p:nvPr/>
        </p:nvCxnSpPr>
        <p:spPr>
          <a:xfrm flipV="1">
            <a:off x="12309675" y="1345624"/>
            <a:ext cx="0" cy="1882717"/>
          </a:xfrm>
          <a:prstGeom prst="line">
            <a:avLst/>
          </a:prstGeom>
          <a:ln w="38100">
            <a:solidFill>
              <a:srgbClr val="006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6" name="Picture 10" descr="XYT JGA25-370 Encoder Kit for Smart Car Chassis - 13 Pcs Set">
            <a:extLst>
              <a:ext uri="{FF2B5EF4-FFF2-40B4-BE49-F238E27FC236}">
                <a16:creationId xmlns:a16="http://schemas.microsoft.com/office/drawing/2014/main" id="{5A999DB3-76B7-D9E6-2FF3-5AFE154F3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7556" b="73778" l="22667" r="87111">
                        <a14:foregroundMark x1="69778" y1="27556" x2="77333" y2="43111"/>
                        <a14:foregroundMark x1="84889" y1="41333" x2="82667" y2="54222"/>
                        <a14:foregroundMark x1="72889" y1="72444" x2="59111" y2="70222"/>
                        <a14:foregroundMark x1="67556" y1="74222" x2="66222" y2="74222"/>
                        <a14:foregroundMark x1="46222" y1="44889" x2="36444" y2="39111"/>
                        <a14:foregroundMark x1="42667" y1="44889" x2="28889" y2="37333"/>
                        <a14:foregroundMark x1="30222" y1="36000" x2="37778" y2="46222"/>
                        <a14:foregroundMark x1="41333" y1="48889" x2="28444" y2="42667"/>
                        <a14:foregroundMark x1="28000" y1="36889" x2="27556" y2="44889"/>
                        <a14:foregroundMark x1="25778" y1="39111" x2="26667" y2="44889"/>
                        <a14:foregroundMark x1="24444" y1="44444" x2="22667" y2="46222"/>
                        <a14:foregroundMark x1="44889" y1="36889" x2="29333" y2="32889"/>
                        <a14:foregroundMark x1="87111" y1="40889" x2="86222" y2="48000"/>
                        <a14:backgroundMark x1="40889" y1="53333" x2="34222" y2="60000"/>
                        <a14:backgroundMark x1="41778" y1="53333" x2="41778" y2="63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426" t="23172" r="11315" b="23076"/>
          <a:stretch/>
        </p:blipFill>
        <p:spPr bwMode="auto">
          <a:xfrm rot="20602394" flipH="1" flipV="1">
            <a:off x="1003135" y="2459018"/>
            <a:ext cx="2076782" cy="165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10" descr="XYT JGA25-370 Encoder Kit for Smart Car Chassis - 13 Pcs Set">
            <a:extLst>
              <a:ext uri="{FF2B5EF4-FFF2-40B4-BE49-F238E27FC236}">
                <a16:creationId xmlns:a16="http://schemas.microsoft.com/office/drawing/2014/main" id="{25099DD3-152F-483A-20D6-7F0577F9FA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7556" b="73778" l="22667" r="87111">
                        <a14:foregroundMark x1="69778" y1="27556" x2="77333" y2="43111"/>
                        <a14:foregroundMark x1="84889" y1="41333" x2="82667" y2="54222"/>
                        <a14:foregroundMark x1="72889" y1="72444" x2="59111" y2="70222"/>
                        <a14:foregroundMark x1="67556" y1="74222" x2="66222" y2="74222"/>
                        <a14:foregroundMark x1="46222" y1="44889" x2="36444" y2="39111"/>
                        <a14:foregroundMark x1="42667" y1="44889" x2="28889" y2="37333"/>
                        <a14:foregroundMark x1="30222" y1="36000" x2="37778" y2="46222"/>
                        <a14:foregroundMark x1="41333" y1="48889" x2="28444" y2="42667"/>
                        <a14:foregroundMark x1="28000" y1="36889" x2="27556" y2="44889"/>
                        <a14:foregroundMark x1="25778" y1="39111" x2="26667" y2="44889"/>
                        <a14:foregroundMark x1="24444" y1="44444" x2="22667" y2="46222"/>
                        <a14:foregroundMark x1="44889" y1="36889" x2="29333" y2="32889"/>
                        <a14:foregroundMark x1="87111" y1="40889" x2="86222" y2="48000"/>
                        <a14:backgroundMark x1="40889" y1="53333" x2="34222" y2="60000"/>
                        <a14:backgroundMark x1="41778" y1="53333" x2="41778" y2="63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426" t="23172" r="11315" b="23076"/>
          <a:stretch/>
        </p:blipFill>
        <p:spPr bwMode="auto">
          <a:xfrm rot="20602394" flipH="1" flipV="1">
            <a:off x="1075923" y="4267945"/>
            <a:ext cx="2076782" cy="165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54EA02E3-1CE9-40DD-9E4B-CCF6FEE33DC7}"/>
              </a:ext>
            </a:extLst>
          </p:cNvPr>
          <p:cNvCxnSpPr>
            <a:cxnSpLocks/>
          </p:cNvCxnSpPr>
          <p:nvPr/>
        </p:nvCxnSpPr>
        <p:spPr>
          <a:xfrm flipV="1">
            <a:off x="7327051" y="2148527"/>
            <a:ext cx="0" cy="189065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7934B0D0-6BBD-DB88-8041-B96208C4816D}"/>
              </a:ext>
            </a:extLst>
          </p:cNvPr>
          <p:cNvCxnSpPr>
            <a:cxnSpLocks/>
          </p:cNvCxnSpPr>
          <p:nvPr/>
        </p:nvCxnSpPr>
        <p:spPr>
          <a:xfrm flipH="1">
            <a:off x="2978073" y="2148527"/>
            <a:ext cx="436921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Connector 1061">
            <a:extLst>
              <a:ext uri="{FF2B5EF4-FFF2-40B4-BE49-F238E27FC236}">
                <a16:creationId xmlns:a16="http://schemas.microsoft.com/office/drawing/2014/main" id="{B3EC1F65-267B-D060-E462-CF762B753778}"/>
              </a:ext>
            </a:extLst>
          </p:cNvPr>
          <p:cNvCxnSpPr>
            <a:cxnSpLocks/>
          </p:cNvCxnSpPr>
          <p:nvPr/>
        </p:nvCxnSpPr>
        <p:spPr>
          <a:xfrm flipV="1">
            <a:off x="2994270" y="2148527"/>
            <a:ext cx="0" cy="96389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400020FB-C376-B568-72D6-4CF64660F262}"/>
              </a:ext>
            </a:extLst>
          </p:cNvPr>
          <p:cNvCxnSpPr>
            <a:cxnSpLocks/>
          </p:cNvCxnSpPr>
          <p:nvPr/>
        </p:nvCxnSpPr>
        <p:spPr>
          <a:xfrm flipV="1">
            <a:off x="7398799" y="2021960"/>
            <a:ext cx="0" cy="18780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Connector 1065">
            <a:extLst>
              <a:ext uri="{FF2B5EF4-FFF2-40B4-BE49-F238E27FC236}">
                <a16:creationId xmlns:a16="http://schemas.microsoft.com/office/drawing/2014/main" id="{7FB5334E-C551-9994-0457-39FCAB6C2C85}"/>
              </a:ext>
            </a:extLst>
          </p:cNvPr>
          <p:cNvCxnSpPr>
            <a:cxnSpLocks/>
          </p:cNvCxnSpPr>
          <p:nvPr/>
        </p:nvCxnSpPr>
        <p:spPr>
          <a:xfrm flipH="1">
            <a:off x="3072710" y="2030498"/>
            <a:ext cx="43377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6DB8746C-E973-4F82-B2F1-99AAAE59EA4B}"/>
              </a:ext>
            </a:extLst>
          </p:cNvPr>
          <p:cNvCxnSpPr>
            <a:cxnSpLocks/>
          </p:cNvCxnSpPr>
          <p:nvPr/>
        </p:nvCxnSpPr>
        <p:spPr>
          <a:xfrm flipV="1">
            <a:off x="3075625" y="2021960"/>
            <a:ext cx="0" cy="11370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D4D1AA35-122B-2070-C503-02A82A1ADAEB}"/>
              </a:ext>
            </a:extLst>
          </p:cNvPr>
          <p:cNvCxnSpPr>
            <a:cxnSpLocks/>
          </p:cNvCxnSpPr>
          <p:nvPr/>
        </p:nvCxnSpPr>
        <p:spPr>
          <a:xfrm flipH="1">
            <a:off x="3391796" y="2330925"/>
            <a:ext cx="37980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Connector 1078">
            <a:extLst>
              <a:ext uri="{FF2B5EF4-FFF2-40B4-BE49-F238E27FC236}">
                <a16:creationId xmlns:a16="http://schemas.microsoft.com/office/drawing/2014/main" id="{46031BF9-6CE8-F94D-DD6B-88CFCD5191A2}"/>
              </a:ext>
            </a:extLst>
          </p:cNvPr>
          <p:cNvCxnSpPr>
            <a:cxnSpLocks/>
          </p:cNvCxnSpPr>
          <p:nvPr/>
        </p:nvCxnSpPr>
        <p:spPr>
          <a:xfrm flipV="1">
            <a:off x="7107977" y="2434685"/>
            <a:ext cx="0" cy="188062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Connector 1079">
            <a:extLst>
              <a:ext uri="{FF2B5EF4-FFF2-40B4-BE49-F238E27FC236}">
                <a16:creationId xmlns:a16="http://schemas.microsoft.com/office/drawing/2014/main" id="{9698F23B-6811-F003-F3F1-85206D2E5E2A}"/>
              </a:ext>
            </a:extLst>
          </p:cNvPr>
          <p:cNvCxnSpPr>
            <a:cxnSpLocks/>
          </p:cNvCxnSpPr>
          <p:nvPr/>
        </p:nvCxnSpPr>
        <p:spPr>
          <a:xfrm flipH="1">
            <a:off x="3651862" y="2434685"/>
            <a:ext cx="346392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Connector 1105">
            <a:extLst>
              <a:ext uri="{FF2B5EF4-FFF2-40B4-BE49-F238E27FC236}">
                <a16:creationId xmlns:a16="http://schemas.microsoft.com/office/drawing/2014/main" id="{0BB1A3FA-A8E9-414B-430B-78A929BEB282}"/>
              </a:ext>
            </a:extLst>
          </p:cNvPr>
          <p:cNvCxnSpPr>
            <a:cxnSpLocks/>
          </p:cNvCxnSpPr>
          <p:nvPr/>
        </p:nvCxnSpPr>
        <p:spPr>
          <a:xfrm flipH="1">
            <a:off x="3072710" y="4763937"/>
            <a:ext cx="33295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Straight Connector 1106">
            <a:extLst>
              <a:ext uri="{FF2B5EF4-FFF2-40B4-BE49-F238E27FC236}">
                <a16:creationId xmlns:a16="http://schemas.microsoft.com/office/drawing/2014/main" id="{589F1DB6-4ABD-15A5-1C1B-548A95ED5FBC}"/>
              </a:ext>
            </a:extLst>
          </p:cNvPr>
          <p:cNvCxnSpPr>
            <a:cxnSpLocks/>
          </p:cNvCxnSpPr>
          <p:nvPr/>
        </p:nvCxnSpPr>
        <p:spPr>
          <a:xfrm flipH="1">
            <a:off x="3148687" y="4891462"/>
            <a:ext cx="49384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1109">
            <a:extLst>
              <a:ext uri="{FF2B5EF4-FFF2-40B4-BE49-F238E27FC236}">
                <a16:creationId xmlns:a16="http://schemas.microsoft.com/office/drawing/2014/main" id="{E0886F1E-CC4E-116F-4D6E-88ABFE4871DA}"/>
              </a:ext>
            </a:extLst>
          </p:cNvPr>
          <p:cNvCxnSpPr>
            <a:cxnSpLocks/>
          </p:cNvCxnSpPr>
          <p:nvPr/>
        </p:nvCxnSpPr>
        <p:spPr>
          <a:xfrm flipV="1">
            <a:off x="3074589" y="4749366"/>
            <a:ext cx="0" cy="1299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C390B788-2EF8-CB1B-5C16-75BCA9481465}"/>
              </a:ext>
            </a:extLst>
          </p:cNvPr>
          <p:cNvCxnSpPr>
            <a:cxnSpLocks/>
          </p:cNvCxnSpPr>
          <p:nvPr/>
        </p:nvCxnSpPr>
        <p:spPr>
          <a:xfrm flipV="1">
            <a:off x="3148686" y="4897516"/>
            <a:ext cx="0" cy="6656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BCD09748-8FBE-BAB4-5401-8CA336991CF4}"/>
              </a:ext>
            </a:extLst>
          </p:cNvPr>
          <p:cNvCxnSpPr>
            <a:cxnSpLocks/>
          </p:cNvCxnSpPr>
          <p:nvPr/>
        </p:nvCxnSpPr>
        <p:spPr>
          <a:xfrm flipH="1">
            <a:off x="11171763" y="6638121"/>
            <a:ext cx="15527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9" name="TextBox 1148">
            <a:extLst>
              <a:ext uri="{FF2B5EF4-FFF2-40B4-BE49-F238E27FC236}">
                <a16:creationId xmlns:a16="http://schemas.microsoft.com/office/drawing/2014/main" id="{6D53AD66-2122-32C0-4A85-6322171B571D}"/>
              </a:ext>
            </a:extLst>
          </p:cNvPr>
          <p:cNvSpPr txBox="1"/>
          <p:nvPr/>
        </p:nvSpPr>
        <p:spPr>
          <a:xfrm>
            <a:off x="11284537" y="6481155"/>
            <a:ext cx="52436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5V</a:t>
            </a:r>
            <a:endParaRPr lang="en-US" sz="1440" dirty="0"/>
          </a:p>
        </p:txBody>
      </p:sp>
      <p:cxnSp>
        <p:nvCxnSpPr>
          <p:cNvPr id="1150" name="Straight Connector 1149">
            <a:extLst>
              <a:ext uri="{FF2B5EF4-FFF2-40B4-BE49-F238E27FC236}">
                <a16:creationId xmlns:a16="http://schemas.microsoft.com/office/drawing/2014/main" id="{CF0329BF-27FD-0E53-206C-EB4A87C9D53E}"/>
              </a:ext>
            </a:extLst>
          </p:cNvPr>
          <p:cNvCxnSpPr>
            <a:cxnSpLocks/>
          </p:cNvCxnSpPr>
          <p:nvPr/>
        </p:nvCxnSpPr>
        <p:spPr>
          <a:xfrm flipH="1">
            <a:off x="11171763" y="6866803"/>
            <a:ext cx="15527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TextBox 1150">
            <a:extLst>
              <a:ext uri="{FF2B5EF4-FFF2-40B4-BE49-F238E27FC236}">
                <a16:creationId xmlns:a16="http://schemas.microsoft.com/office/drawing/2014/main" id="{04EE3696-6D5E-FAE5-7FA9-913C15CFDBA0}"/>
              </a:ext>
            </a:extLst>
          </p:cNvPr>
          <p:cNvSpPr txBox="1"/>
          <p:nvPr/>
        </p:nvSpPr>
        <p:spPr>
          <a:xfrm>
            <a:off x="11284537" y="6709837"/>
            <a:ext cx="67758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GND</a:t>
            </a:r>
            <a:endParaRPr lang="en-US" sz="1440" dirty="0"/>
          </a:p>
        </p:txBody>
      </p:sp>
      <p:cxnSp>
        <p:nvCxnSpPr>
          <p:cNvPr id="1152" name="Straight Connector 1151">
            <a:extLst>
              <a:ext uri="{FF2B5EF4-FFF2-40B4-BE49-F238E27FC236}">
                <a16:creationId xmlns:a16="http://schemas.microsoft.com/office/drawing/2014/main" id="{5787C768-6D32-EBA1-7515-987C6D1BE5D6}"/>
              </a:ext>
            </a:extLst>
          </p:cNvPr>
          <p:cNvCxnSpPr>
            <a:cxnSpLocks/>
          </p:cNvCxnSpPr>
          <p:nvPr/>
        </p:nvCxnSpPr>
        <p:spPr>
          <a:xfrm flipH="1">
            <a:off x="11171763" y="7108511"/>
            <a:ext cx="15544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3" name="TextBox 1152">
            <a:extLst>
              <a:ext uri="{FF2B5EF4-FFF2-40B4-BE49-F238E27FC236}">
                <a16:creationId xmlns:a16="http://schemas.microsoft.com/office/drawing/2014/main" id="{2126C73A-F90E-7FEA-9972-7E5066DEC60D}"/>
              </a:ext>
            </a:extLst>
          </p:cNvPr>
          <p:cNvSpPr txBox="1"/>
          <p:nvPr/>
        </p:nvSpPr>
        <p:spPr>
          <a:xfrm>
            <a:off x="11284537" y="6951545"/>
            <a:ext cx="99332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Chanel A</a:t>
            </a:r>
            <a:endParaRPr lang="en-US" sz="1440" dirty="0"/>
          </a:p>
        </p:txBody>
      </p:sp>
      <p:cxnSp>
        <p:nvCxnSpPr>
          <p:cNvPr id="1154" name="Straight Connector 1153">
            <a:extLst>
              <a:ext uri="{FF2B5EF4-FFF2-40B4-BE49-F238E27FC236}">
                <a16:creationId xmlns:a16="http://schemas.microsoft.com/office/drawing/2014/main" id="{D6098140-E269-90DD-5E8F-60721BE81434}"/>
              </a:ext>
            </a:extLst>
          </p:cNvPr>
          <p:cNvCxnSpPr>
            <a:cxnSpLocks/>
          </p:cNvCxnSpPr>
          <p:nvPr/>
        </p:nvCxnSpPr>
        <p:spPr>
          <a:xfrm flipH="1" flipV="1">
            <a:off x="11171763" y="7337191"/>
            <a:ext cx="155270" cy="1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5" name="TextBox 1154">
            <a:extLst>
              <a:ext uri="{FF2B5EF4-FFF2-40B4-BE49-F238E27FC236}">
                <a16:creationId xmlns:a16="http://schemas.microsoft.com/office/drawing/2014/main" id="{E832A6B3-C5F8-9494-C645-0B769B2B6DC5}"/>
              </a:ext>
            </a:extLst>
          </p:cNvPr>
          <p:cNvSpPr txBox="1"/>
          <p:nvPr/>
        </p:nvSpPr>
        <p:spPr>
          <a:xfrm>
            <a:off x="11284536" y="7180226"/>
            <a:ext cx="90210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Chanel B</a:t>
            </a:r>
            <a:endParaRPr lang="en-US" sz="1440" dirty="0"/>
          </a:p>
          <a:p>
            <a:endParaRPr lang="en-US" sz="1440" dirty="0"/>
          </a:p>
        </p:txBody>
      </p:sp>
      <p:cxnSp>
        <p:nvCxnSpPr>
          <p:cNvPr id="1156" name="Straight Connector 1155">
            <a:extLst>
              <a:ext uri="{FF2B5EF4-FFF2-40B4-BE49-F238E27FC236}">
                <a16:creationId xmlns:a16="http://schemas.microsoft.com/office/drawing/2014/main" id="{E25FAF8B-14BC-062B-10E5-D144A428A05E}"/>
              </a:ext>
            </a:extLst>
          </p:cNvPr>
          <p:cNvCxnSpPr>
            <a:cxnSpLocks/>
          </p:cNvCxnSpPr>
          <p:nvPr/>
        </p:nvCxnSpPr>
        <p:spPr>
          <a:xfrm flipH="1">
            <a:off x="12352601" y="6638121"/>
            <a:ext cx="1554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7" name="TextBox 1156">
            <a:extLst>
              <a:ext uri="{FF2B5EF4-FFF2-40B4-BE49-F238E27FC236}">
                <a16:creationId xmlns:a16="http://schemas.microsoft.com/office/drawing/2014/main" id="{9D902AD6-994B-7124-366D-2AC85178AE72}"/>
              </a:ext>
            </a:extLst>
          </p:cNvPr>
          <p:cNvSpPr txBox="1"/>
          <p:nvPr/>
        </p:nvSpPr>
        <p:spPr>
          <a:xfrm>
            <a:off x="12459027" y="6481155"/>
            <a:ext cx="103056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Motor +</a:t>
            </a:r>
            <a:endParaRPr lang="en-US" sz="1440" dirty="0"/>
          </a:p>
        </p:txBody>
      </p:sp>
      <p:cxnSp>
        <p:nvCxnSpPr>
          <p:cNvPr id="1158" name="Straight Connector 1157">
            <a:extLst>
              <a:ext uri="{FF2B5EF4-FFF2-40B4-BE49-F238E27FC236}">
                <a16:creationId xmlns:a16="http://schemas.microsoft.com/office/drawing/2014/main" id="{7FB8F69C-A500-3A5F-D42D-40D81595F592}"/>
              </a:ext>
            </a:extLst>
          </p:cNvPr>
          <p:cNvCxnSpPr>
            <a:cxnSpLocks/>
          </p:cNvCxnSpPr>
          <p:nvPr/>
        </p:nvCxnSpPr>
        <p:spPr>
          <a:xfrm flipH="1">
            <a:off x="12352601" y="6866806"/>
            <a:ext cx="15544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9" name="TextBox 1158">
            <a:extLst>
              <a:ext uri="{FF2B5EF4-FFF2-40B4-BE49-F238E27FC236}">
                <a16:creationId xmlns:a16="http://schemas.microsoft.com/office/drawing/2014/main" id="{C1A2185E-38B5-2033-8A1A-AC1743320C0F}"/>
              </a:ext>
            </a:extLst>
          </p:cNvPr>
          <p:cNvSpPr txBox="1"/>
          <p:nvPr/>
        </p:nvSpPr>
        <p:spPr>
          <a:xfrm>
            <a:off x="12459027" y="6709840"/>
            <a:ext cx="97005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Motor -</a:t>
            </a:r>
            <a:endParaRPr lang="en-US" sz="1440" dirty="0"/>
          </a:p>
        </p:txBody>
      </p:sp>
      <p:cxnSp>
        <p:nvCxnSpPr>
          <p:cNvPr id="1160" name="Straight Connector 1159">
            <a:extLst>
              <a:ext uri="{FF2B5EF4-FFF2-40B4-BE49-F238E27FC236}">
                <a16:creationId xmlns:a16="http://schemas.microsoft.com/office/drawing/2014/main" id="{51158174-F2F8-8042-BB45-775E2C4120A0}"/>
              </a:ext>
            </a:extLst>
          </p:cNvPr>
          <p:cNvCxnSpPr>
            <a:cxnSpLocks/>
          </p:cNvCxnSpPr>
          <p:nvPr/>
        </p:nvCxnSpPr>
        <p:spPr>
          <a:xfrm flipH="1">
            <a:off x="12352601" y="7108511"/>
            <a:ext cx="15544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FCDEA89B-5F22-FE24-12F2-56A10EE7E920}"/>
              </a:ext>
            </a:extLst>
          </p:cNvPr>
          <p:cNvSpPr txBox="1"/>
          <p:nvPr/>
        </p:nvSpPr>
        <p:spPr>
          <a:xfrm>
            <a:off x="12459027" y="6951545"/>
            <a:ext cx="67758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+12V</a:t>
            </a:r>
            <a:endParaRPr lang="en-US" sz="1440" dirty="0"/>
          </a:p>
        </p:txBody>
      </p:sp>
      <p:cxnSp>
        <p:nvCxnSpPr>
          <p:cNvPr id="1162" name="Straight Connector 1161">
            <a:extLst>
              <a:ext uri="{FF2B5EF4-FFF2-40B4-BE49-F238E27FC236}">
                <a16:creationId xmlns:a16="http://schemas.microsoft.com/office/drawing/2014/main" id="{1A4220F1-5E39-45B5-620E-2762DC71BDC4}"/>
              </a:ext>
            </a:extLst>
          </p:cNvPr>
          <p:cNvCxnSpPr>
            <a:cxnSpLocks/>
          </p:cNvCxnSpPr>
          <p:nvPr/>
        </p:nvCxnSpPr>
        <p:spPr>
          <a:xfrm flipH="1">
            <a:off x="12352601" y="7337192"/>
            <a:ext cx="155448" cy="0"/>
          </a:xfrm>
          <a:prstGeom prst="line">
            <a:avLst/>
          </a:prstGeom>
          <a:ln w="38100">
            <a:solidFill>
              <a:srgbClr val="006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3" name="TextBox 1162">
            <a:extLst>
              <a:ext uri="{FF2B5EF4-FFF2-40B4-BE49-F238E27FC236}">
                <a16:creationId xmlns:a16="http://schemas.microsoft.com/office/drawing/2014/main" id="{69B144EC-6B1D-AF22-BA21-6E8834166EE1}"/>
              </a:ext>
            </a:extLst>
          </p:cNvPr>
          <p:cNvSpPr txBox="1"/>
          <p:nvPr/>
        </p:nvSpPr>
        <p:spPr>
          <a:xfrm>
            <a:off x="12459027" y="7180226"/>
            <a:ext cx="67758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-12V</a:t>
            </a:r>
            <a:endParaRPr lang="en-US" sz="1440" dirty="0"/>
          </a:p>
        </p:txBody>
      </p:sp>
      <p:pic>
        <p:nvPicPr>
          <p:cNvPr id="57" name="Picture 2" descr="NVIDIA Jetson Xavier NX Developer Kit (812674024318), 16 GB">
            <a:extLst>
              <a:ext uri="{FF2B5EF4-FFF2-40B4-BE49-F238E27FC236}">
                <a16:creationId xmlns:a16="http://schemas.microsoft.com/office/drawing/2014/main" id="{793529EB-B5D4-95C8-8847-93C466205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217" b="95499" l="1230" r="96421">
                        <a14:foregroundMark x1="83893" y1="85280" x2="36465" y2="84428"/>
                        <a14:foregroundMark x1="36465" y1="84428" x2="20694" y2="77494"/>
                        <a14:foregroundMark x1="20694" y1="77494" x2="18680" y2="74818"/>
                        <a14:foregroundMark x1="9843" y1="74574" x2="16779" y2="32725"/>
                        <a14:foregroundMark x1="16779" y1="32725" x2="46085" y2="15450"/>
                        <a14:foregroundMark x1="46085" y1="15450" x2="56040" y2="17397"/>
                        <a14:foregroundMark x1="78300" y1="18613" x2="57494" y2="26521"/>
                        <a14:foregroundMark x1="57494" y1="26521" x2="40828" y2="45255"/>
                        <a14:foregroundMark x1="91946" y1="14964" x2="60626" y2="6813"/>
                        <a14:foregroundMark x1="60626" y1="6813" x2="58613" y2="7543"/>
                        <a14:foregroundMark x1="65548" y1="9611" x2="93960" y2="6083"/>
                        <a14:foregroundMark x1="33333" y1="5718" x2="6823" y2="11922"/>
                        <a14:foregroundMark x1="6823" y1="11922" x2="3915" y2="44891"/>
                        <a14:foregroundMark x1="5928" y1="69586" x2="9060" y2="89416"/>
                        <a14:foregroundMark x1="24497" y1="89173" x2="72260" y2="88200"/>
                        <a14:foregroundMark x1="72260" y1="88200" x2="93400" y2="78224"/>
                        <a14:foregroundMark x1="93400" y1="78224" x2="94631" y2="55353"/>
                        <a14:foregroundMark x1="90940" y1="33455" x2="84452" y2="59489"/>
                        <a14:foregroundMark x1="96197" y1="28589" x2="96644" y2="20073"/>
                        <a14:foregroundMark x1="86130" y1="37713" x2="83781" y2="32847"/>
                        <a14:foregroundMark x1="79195" y1="5839" x2="58501" y2="1217"/>
                        <a14:foregroundMark x1="13647" y1="18613" x2="17897" y2="11800"/>
                        <a14:foregroundMark x1="50447" y1="54258" x2="41946" y2="54258"/>
                        <a14:foregroundMark x1="5928" y1="61679" x2="4251" y2="44282"/>
                        <a14:foregroundMark x1="4922" y1="90511" x2="4251" y2="72384"/>
                        <a14:foregroundMark x1="20470" y1="92579" x2="23826" y2="75182"/>
                        <a14:foregroundMark x1="70917" y1="72384" x2="46532" y2="69100"/>
                        <a14:foregroundMark x1="92394" y1="92336" x2="68680" y2="93431"/>
                        <a14:foregroundMark x1="67338" y1="93309" x2="40492" y2="95134"/>
                        <a14:foregroundMark x1="30425" y1="95620" x2="27740" y2="93431"/>
                        <a14:foregroundMark x1="23826" y1="94526" x2="20470" y2="93309"/>
                        <a14:foregroundMark x1="17338" y1="95255" x2="14653" y2="93431"/>
                        <a14:foregroundMark x1="1230" y1="91727" x2="2573" y2="86618"/>
                        <a14:foregroundMark x1="12752" y1="68735" x2="14989" y2="663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981773" y="2723841"/>
            <a:ext cx="2804100" cy="257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3B34EC4-2506-3AC3-5610-2B8347380AFE}"/>
              </a:ext>
            </a:extLst>
          </p:cNvPr>
          <p:cNvCxnSpPr>
            <a:cxnSpLocks/>
          </p:cNvCxnSpPr>
          <p:nvPr/>
        </p:nvCxnSpPr>
        <p:spPr>
          <a:xfrm flipV="1">
            <a:off x="4396169" y="1493663"/>
            <a:ext cx="0" cy="122778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203624B-0440-A5DE-E37E-C3B6A72B20D9}"/>
              </a:ext>
            </a:extLst>
          </p:cNvPr>
          <p:cNvCxnSpPr>
            <a:cxnSpLocks/>
          </p:cNvCxnSpPr>
          <p:nvPr/>
        </p:nvCxnSpPr>
        <p:spPr>
          <a:xfrm flipV="1">
            <a:off x="4293037" y="1354268"/>
            <a:ext cx="0" cy="1367175"/>
          </a:xfrm>
          <a:prstGeom prst="line">
            <a:avLst/>
          </a:prstGeom>
          <a:ln w="38100">
            <a:solidFill>
              <a:srgbClr val="006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F6CA8230-A584-A1E9-2073-1B2129A32F5A}"/>
              </a:ext>
            </a:extLst>
          </p:cNvPr>
          <p:cNvCxnSpPr>
            <a:cxnSpLocks/>
          </p:cNvCxnSpPr>
          <p:nvPr/>
        </p:nvCxnSpPr>
        <p:spPr>
          <a:xfrm>
            <a:off x="11711832" y="1487676"/>
            <a:ext cx="0" cy="24792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997A17C0-F1D0-D1E3-A155-1497AD4C1363}"/>
              </a:ext>
            </a:extLst>
          </p:cNvPr>
          <p:cNvCxnSpPr>
            <a:cxnSpLocks/>
          </p:cNvCxnSpPr>
          <p:nvPr/>
        </p:nvCxnSpPr>
        <p:spPr>
          <a:xfrm>
            <a:off x="4293037" y="1354268"/>
            <a:ext cx="8045340" cy="0"/>
          </a:xfrm>
          <a:prstGeom prst="line">
            <a:avLst/>
          </a:prstGeom>
          <a:ln w="38100">
            <a:solidFill>
              <a:srgbClr val="006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F913478A-37B1-AEF2-9CCC-997BF65A7F33}"/>
              </a:ext>
            </a:extLst>
          </p:cNvPr>
          <p:cNvCxnSpPr>
            <a:cxnSpLocks/>
          </p:cNvCxnSpPr>
          <p:nvPr/>
        </p:nvCxnSpPr>
        <p:spPr>
          <a:xfrm>
            <a:off x="4396169" y="1505773"/>
            <a:ext cx="733542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FA4D837A-420C-A112-BC6F-56D3D842324D}"/>
              </a:ext>
            </a:extLst>
          </p:cNvPr>
          <p:cNvCxnSpPr>
            <a:cxnSpLocks/>
          </p:cNvCxnSpPr>
          <p:nvPr/>
        </p:nvCxnSpPr>
        <p:spPr>
          <a:xfrm flipH="1">
            <a:off x="11171763" y="7565871"/>
            <a:ext cx="158084" cy="79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8" name="TextBox 1087">
            <a:extLst>
              <a:ext uri="{FF2B5EF4-FFF2-40B4-BE49-F238E27FC236}">
                <a16:creationId xmlns:a16="http://schemas.microsoft.com/office/drawing/2014/main" id="{7EBE2A27-1147-496F-EA31-E159D96D9F01}"/>
              </a:ext>
            </a:extLst>
          </p:cNvPr>
          <p:cNvSpPr txBox="1"/>
          <p:nvPr/>
        </p:nvSpPr>
        <p:spPr>
          <a:xfrm>
            <a:off x="11284536" y="7408905"/>
            <a:ext cx="99332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Encoder A</a:t>
            </a:r>
            <a:endParaRPr lang="en-US" sz="1440" dirty="0"/>
          </a:p>
        </p:txBody>
      </p: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34C7C7BA-4379-B34F-EAD2-1F59C6A0766E}"/>
              </a:ext>
            </a:extLst>
          </p:cNvPr>
          <p:cNvCxnSpPr>
            <a:cxnSpLocks/>
          </p:cNvCxnSpPr>
          <p:nvPr/>
        </p:nvCxnSpPr>
        <p:spPr>
          <a:xfrm flipH="1">
            <a:off x="12352601" y="7565072"/>
            <a:ext cx="155448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0" name="TextBox 1089">
            <a:extLst>
              <a:ext uri="{FF2B5EF4-FFF2-40B4-BE49-F238E27FC236}">
                <a16:creationId xmlns:a16="http://schemas.microsoft.com/office/drawing/2014/main" id="{52567CAC-994F-43B1-3B77-6610D60C327B}"/>
              </a:ext>
            </a:extLst>
          </p:cNvPr>
          <p:cNvSpPr txBox="1"/>
          <p:nvPr/>
        </p:nvSpPr>
        <p:spPr>
          <a:xfrm>
            <a:off x="12459026" y="7408106"/>
            <a:ext cx="90210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STNDBY</a:t>
            </a:r>
            <a:endParaRPr lang="en-US" sz="144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65F51CC-6CF3-6ACD-F166-AB8E9B501B2D}"/>
              </a:ext>
            </a:extLst>
          </p:cNvPr>
          <p:cNvCxnSpPr>
            <a:cxnSpLocks/>
          </p:cNvCxnSpPr>
          <p:nvPr/>
        </p:nvCxnSpPr>
        <p:spPr>
          <a:xfrm flipH="1">
            <a:off x="11171763" y="7769970"/>
            <a:ext cx="155448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0273975-4220-4DB0-176A-B3AF04923C41}"/>
              </a:ext>
            </a:extLst>
          </p:cNvPr>
          <p:cNvSpPr txBox="1"/>
          <p:nvPr/>
        </p:nvSpPr>
        <p:spPr>
          <a:xfrm>
            <a:off x="11284537" y="7613004"/>
            <a:ext cx="102513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" dirty="0"/>
              <a:t>Encoder B</a:t>
            </a:r>
            <a:endParaRPr lang="en-US" sz="144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CDE22B-39FD-68CA-FF9B-2F48FDF8E0BA}"/>
              </a:ext>
            </a:extLst>
          </p:cNvPr>
          <p:cNvCxnSpPr>
            <a:cxnSpLocks/>
          </p:cNvCxnSpPr>
          <p:nvPr/>
        </p:nvCxnSpPr>
        <p:spPr>
          <a:xfrm flipV="1">
            <a:off x="7558820" y="3228341"/>
            <a:ext cx="0" cy="266016"/>
          </a:xfrm>
          <a:prstGeom prst="line">
            <a:avLst/>
          </a:prstGeom>
          <a:ln w="38100">
            <a:solidFill>
              <a:srgbClr val="006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41D34E39-8CA6-3605-D322-D66F50619FFE}"/>
              </a:ext>
            </a:extLst>
          </p:cNvPr>
          <p:cNvCxnSpPr>
            <a:cxnSpLocks/>
          </p:cNvCxnSpPr>
          <p:nvPr/>
        </p:nvCxnSpPr>
        <p:spPr>
          <a:xfrm flipH="1">
            <a:off x="7398799" y="3890142"/>
            <a:ext cx="1802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D30DCFD6-D0F0-1A56-B994-13F99BA1D425}"/>
              </a:ext>
            </a:extLst>
          </p:cNvPr>
          <p:cNvCxnSpPr>
            <a:cxnSpLocks/>
          </p:cNvCxnSpPr>
          <p:nvPr/>
        </p:nvCxnSpPr>
        <p:spPr>
          <a:xfrm flipH="1">
            <a:off x="7339058" y="4022603"/>
            <a:ext cx="233325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F2AD5D75-D949-374C-AA8B-B5BA9155F2C6}"/>
              </a:ext>
            </a:extLst>
          </p:cNvPr>
          <p:cNvCxnSpPr>
            <a:cxnSpLocks/>
          </p:cNvCxnSpPr>
          <p:nvPr/>
        </p:nvCxnSpPr>
        <p:spPr>
          <a:xfrm flipV="1">
            <a:off x="7179723" y="2330925"/>
            <a:ext cx="0" cy="1836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C9A2F697-C2C9-5713-9196-199A85DC02BE}"/>
              </a:ext>
            </a:extLst>
          </p:cNvPr>
          <p:cNvCxnSpPr>
            <a:cxnSpLocks/>
          </p:cNvCxnSpPr>
          <p:nvPr/>
        </p:nvCxnSpPr>
        <p:spPr>
          <a:xfrm flipH="1">
            <a:off x="7198537" y="4151191"/>
            <a:ext cx="3805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Connector 1071">
            <a:extLst>
              <a:ext uri="{FF2B5EF4-FFF2-40B4-BE49-F238E27FC236}">
                <a16:creationId xmlns:a16="http://schemas.microsoft.com/office/drawing/2014/main" id="{D7EE408A-CA8F-7DA2-D34E-9ECF1ECC72C1}"/>
              </a:ext>
            </a:extLst>
          </p:cNvPr>
          <p:cNvCxnSpPr>
            <a:cxnSpLocks/>
          </p:cNvCxnSpPr>
          <p:nvPr/>
        </p:nvCxnSpPr>
        <p:spPr>
          <a:xfrm flipH="1">
            <a:off x="7104243" y="4304966"/>
            <a:ext cx="47481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0E998F13-ECE2-8F2D-5471-4D165CFCFC6F}"/>
              </a:ext>
            </a:extLst>
          </p:cNvPr>
          <p:cNvCxnSpPr>
            <a:cxnSpLocks/>
          </p:cNvCxnSpPr>
          <p:nvPr/>
        </p:nvCxnSpPr>
        <p:spPr>
          <a:xfrm flipH="1">
            <a:off x="8394796" y="3473405"/>
            <a:ext cx="306292" cy="0"/>
          </a:xfrm>
          <a:prstGeom prst="line">
            <a:avLst/>
          </a:prstGeom>
          <a:ln w="38100" cmpd="sng">
            <a:solidFill>
              <a:schemeClr val="accent5">
                <a:lumMod val="75000"/>
              </a:schemeClr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Straight Connector 1108">
            <a:extLst>
              <a:ext uri="{FF2B5EF4-FFF2-40B4-BE49-F238E27FC236}">
                <a16:creationId xmlns:a16="http://schemas.microsoft.com/office/drawing/2014/main" id="{1A1D4365-DBB9-D75D-E31E-87F587A7D0F3}"/>
              </a:ext>
            </a:extLst>
          </p:cNvPr>
          <p:cNvCxnSpPr>
            <a:cxnSpLocks/>
          </p:cNvCxnSpPr>
          <p:nvPr/>
        </p:nvCxnSpPr>
        <p:spPr>
          <a:xfrm flipV="1">
            <a:off x="8696326" y="3454461"/>
            <a:ext cx="0" cy="1603314"/>
          </a:xfrm>
          <a:prstGeom prst="line">
            <a:avLst/>
          </a:prstGeom>
          <a:ln w="38100" cmpd="sng">
            <a:solidFill>
              <a:schemeClr val="accent5">
                <a:lumMod val="75000"/>
              </a:schemeClr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1114">
            <a:extLst>
              <a:ext uri="{FF2B5EF4-FFF2-40B4-BE49-F238E27FC236}">
                <a16:creationId xmlns:a16="http://schemas.microsoft.com/office/drawing/2014/main" id="{9AC671A4-4F9A-8520-4D39-2ED31BBA57CE}"/>
              </a:ext>
            </a:extLst>
          </p:cNvPr>
          <p:cNvCxnSpPr>
            <a:cxnSpLocks/>
          </p:cNvCxnSpPr>
          <p:nvPr/>
        </p:nvCxnSpPr>
        <p:spPr>
          <a:xfrm flipH="1">
            <a:off x="8438804" y="5046617"/>
            <a:ext cx="236853" cy="0"/>
          </a:xfrm>
          <a:prstGeom prst="line">
            <a:avLst/>
          </a:prstGeom>
          <a:ln w="38100" cmpd="sng">
            <a:solidFill>
              <a:schemeClr val="accent5">
                <a:lumMod val="75000"/>
              </a:schemeClr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1117">
            <a:extLst>
              <a:ext uri="{FF2B5EF4-FFF2-40B4-BE49-F238E27FC236}">
                <a16:creationId xmlns:a16="http://schemas.microsoft.com/office/drawing/2014/main" id="{0443605E-96C3-FFA7-59B4-7A02CE29DD34}"/>
              </a:ext>
            </a:extLst>
          </p:cNvPr>
          <p:cNvCxnSpPr>
            <a:cxnSpLocks/>
          </p:cNvCxnSpPr>
          <p:nvPr/>
        </p:nvCxnSpPr>
        <p:spPr>
          <a:xfrm flipH="1">
            <a:off x="8394792" y="3613478"/>
            <a:ext cx="387258" cy="0"/>
          </a:xfrm>
          <a:prstGeom prst="line">
            <a:avLst/>
          </a:prstGeom>
          <a:ln w="38100" cmpd="thickThin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1119">
            <a:extLst>
              <a:ext uri="{FF2B5EF4-FFF2-40B4-BE49-F238E27FC236}">
                <a16:creationId xmlns:a16="http://schemas.microsoft.com/office/drawing/2014/main" id="{F2CC7E69-A96F-C3A2-91C5-BE485B378C9C}"/>
              </a:ext>
            </a:extLst>
          </p:cNvPr>
          <p:cNvCxnSpPr>
            <a:cxnSpLocks/>
          </p:cNvCxnSpPr>
          <p:nvPr/>
        </p:nvCxnSpPr>
        <p:spPr>
          <a:xfrm flipV="1">
            <a:off x="8788005" y="3590925"/>
            <a:ext cx="0" cy="1628775"/>
          </a:xfrm>
          <a:prstGeom prst="line">
            <a:avLst/>
          </a:prstGeom>
          <a:ln w="38100" cmpd="thickThin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Connector 1120">
            <a:extLst>
              <a:ext uri="{FF2B5EF4-FFF2-40B4-BE49-F238E27FC236}">
                <a16:creationId xmlns:a16="http://schemas.microsoft.com/office/drawing/2014/main" id="{6F0577C7-3B3E-B0B3-076B-EF0FD0B0C45D}"/>
              </a:ext>
            </a:extLst>
          </p:cNvPr>
          <p:cNvCxnSpPr>
            <a:cxnSpLocks/>
          </p:cNvCxnSpPr>
          <p:nvPr/>
        </p:nvCxnSpPr>
        <p:spPr>
          <a:xfrm flipH="1">
            <a:off x="8464231" y="5210500"/>
            <a:ext cx="327344" cy="0"/>
          </a:xfrm>
          <a:prstGeom prst="line">
            <a:avLst/>
          </a:prstGeom>
          <a:ln w="38100" cmpd="thickThin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E13949AC-F6D2-F48B-3FDF-79900A1D8DCC}"/>
              </a:ext>
            </a:extLst>
          </p:cNvPr>
          <p:cNvCxnSpPr>
            <a:cxnSpLocks/>
          </p:cNvCxnSpPr>
          <p:nvPr/>
        </p:nvCxnSpPr>
        <p:spPr>
          <a:xfrm flipH="1">
            <a:off x="8394796" y="3753550"/>
            <a:ext cx="484886" cy="0"/>
          </a:xfrm>
          <a:prstGeom prst="line">
            <a:avLst/>
          </a:prstGeom>
          <a:ln w="38100" cmpd="dbl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1125">
            <a:extLst>
              <a:ext uri="{FF2B5EF4-FFF2-40B4-BE49-F238E27FC236}">
                <a16:creationId xmlns:a16="http://schemas.microsoft.com/office/drawing/2014/main" id="{A87DB142-59BF-0566-CC9E-8EF4EEFB0ECF}"/>
              </a:ext>
            </a:extLst>
          </p:cNvPr>
          <p:cNvCxnSpPr>
            <a:cxnSpLocks/>
          </p:cNvCxnSpPr>
          <p:nvPr/>
        </p:nvCxnSpPr>
        <p:spPr>
          <a:xfrm flipV="1">
            <a:off x="8879684" y="3731431"/>
            <a:ext cx="0" cy="1659719"/>
          </a:xfrm>
          <a:prstGeom prst="line">
            <a:avLst/>
          </a:prstGeom>
          <a:ln w="38100" cmpd="dbl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1126">
            <a:extLst>
              <a:ext uri="{FF2B5EF4-FFF2-40B4-BE49-F238E27FC236}">
                <a16:creationId xmlns:a16="http://schemas.microsoft.com/office/drawing/2014/main" id="{FC783D8A-6C73-94A8-422B-35D5C97FE300}"/>
              </a:ext>
            </a:extLst>
          </p:cNvPr>
          <p:cNvCxnSpPr>
            <a:cxnSpLocks/>
          </p:cNvCxnSpPr>
          <p:nvPr/>
        </p:nvCxnSpPr>
        <p:spPr>
          <a:xfrm flipH="1">
            <a:off x="8453438" y="5368034"/>
            <a:ext cx="435769" cy="0"/>
          </a:xfrm>
          <a:prstGeom prst="line">
            <a:avLst/>
          </a:prstGeom>
          <a:ln w="38100" cmpd="dbl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Connector 1142">
            <a:extLst>
              <a:ext uri="{FF2B5EF4-FFF2-40B4-BE49-F238E27FC236}">
                <a16:creationId xmlns:a16="http://schemas.microsoft.com/office/drawing/2014/main" id="{08C43701-FA0C-B39B-BAC7-65BEE8D5B834}"/>
              </a:ext>
            </a:extLst>
          </p:cNvPr>
          <p:cNvCxnSpPr>
            <a:cxnSpLocks/>
          </p:cNvCxnSpPr>
          <p:nvPr/>
        </p:nvCxnSpPr>
        <p:spPr>
          <a:xfrm flipH="1">
            <a:off x="8394796" y="4299905"/>
            <a:ext cx="611595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Straight Connector 1143">
            <a:extLst>
              <a:ext uri="{FF2B5EF4-FFF2-40B4-BE49-F238E27FC236}">
                <a16:creationId xmlns:a16="http://schemas.microsoft.com/office/drawing/2014/main" id="{B9795412-6CC3-CAD4-A4BB-26AB98702FC6}"/>
              </a:ext>
            </a:extLst>
          </p:cNvPr>
          <p:cNvCxnSpPr>
            <a:cxnSpLocks/>
          </p:cNvCxnSpPr>
          <p:nvPr/>
        </p:nvCxnSpPr>
        <p:spPr>
          <a:xfrm flipV="1">
            <a:off x="9001629" y="4277786"/>
            <a:ext cx="0" cy="2830725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Straight Connector 1144">
            <a:extLst>
              <a:ext uri="{FF2B5EF4-FFF2-40B4-BE49-F238E27FC236}">
                <a16:creationId xmlns:a16="http://schemas.microsoft.com/office/drawing/2014/main" id="{5815556F-5658-BA4A-0D9A-6D503CE4DC9E}"/>
              </a:ext>
            </a:extLst>
          </p:cNvPr>
          <p:cNvCxnSpPr>
            <a:cxnSpLocks/>
          </p:cNvCxnSpPr>
          <p:nvPr/>
        </p:nvCxnSpPr>
        <p:spPr>
          <a:xfrm flipH="1">
            <a:off x="7398799" y="7095178"/>
            <a:ext cx="160759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7" name="Straight Connector 1146">
            <a:extLst>
              <a:ext uri="{FF2B5EF4-FFF2-40B4-BE49-F238E27FC236}">
                <a16:creationId xmlns:a16="http://schemas.microsoft.com/office/drawing/2014/main" id="{2BD7C420-B270-FEB8-B068-5076E2BE159F}"/>
              </a:ext>
            </a:extLst>
          </p:cNvPr>
          <p:cNvCxnSpPr>
            <a:cxnSpLocks/>
          </p:cNvCxnSpPr>
          <p:nvPr/>
        </p:nvCxnSpPr>
        <p:spPr>
          <a:xfrm flipH="1">
            <a:off x="8401384" y="4026481"/>
            <a:ext cx="964866" cy="0"/>
          </a:xfrm>
          <a:prstGeom prst="line">
            <a:avLst/>
          </a:prstGeom>
          <a:ln w="38100" cmpd="dbl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Connector 1147">
            <a:extLst>
              <a:ext uri="{FF2B5EF4-FFF2-40B4-BE49-F238E27FC236}">
                <a16:creationId xmlns:a16="http://schemas.microsoft.com/office/drawing/2014/main" id="{A3DB7831-78AB-F4CB-4A2E-02051DC8E052}"/>
              </a:ext>
            </a:extLst>
          </p:cNvPr>
          <p:cNvCxnSpPr>
            <a:cxnSpLocks/>
          </p:cNvCxnSpPr>
          <p:nvPr/>
        </p:nvCxnSpPr>
        <p:spPr>
          <a:xfrm flipV="1">
            <a:off x="9335558" y="4000757"/>
            <a:ext cx="0" cy="3447234"/>
          </a:xfrm>
          <a:prstGeom prst="line">
            <a:avLst/>
          </a:prstGeom>
          <a:ln w="38100" cmpd="dbl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5" name="Straight Connector 1164">
            <a:extLst>
              <a:ext uri="{FF2B5EF4-FFF2-40B4-BE49-F238E27FC236}">
                <a16:creationId xmlns:a16="http://schemas.microsoft.com/office/drawing/2014/main" id="{FEF0A87C-0F7E-C80F-1AC8-B9D2A140C2E4}"/>
              </a:ext>
            </a:extLst>
          </p:cNvPr>
          <p:cNvCxnSpPr>
            <a:cxnSpLocks/>
          </p:cNvCxnSpPr>
          <p:nvPr/>
        </p:nvCxnSpPr>
        <p:spPr>
          <a:xfrm flipH="1">
            <a:off x="8394796" y="4151191"/>
            <a:ext cx="768254" cy="0"/>
          </a:xfrm>
          <a:prstGeom prst="line">
            <a:avLst/>
          </a:prstGeom>
          <a:ln w="38100" cmpd="thickThin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DCECDAC3-5BE1-F093-79E8-6F531A911C63}"/>
              </a:ext>
            </a:extLst>
          </p:cNvPr>
          <p:cNvCxnSpPr>
            <a:cxnSpLocks/>
          </p:cNvCxnSpPr>
          <p:nvPr/>
        </p:nvCxnSpPr>
        <p:spPr>
          <a:xfrm flipH="1">
            <a:off x="7388795" y="5058730"/>
            <a:ext cx="190258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Straight Connector 1170">
            <a:extLst>
              <a:ext uri="{FF2B5EF4-FFF2-40B4-BE49-F238E27FC236}">
                <a16:creationId xmlns:a16="http://schemas.microsoft.com/office/drawing/2014/main" id="{D17FDE0C-5D68-2DE1-23C0-7128FE15C172}"/>
              </a:ext>
            </a:extLst>
          </p:cNvPr>
          <p:cNvCxnSpPr>
            <a:cxnSpLocks/>
          </p:cNvCxnSpPr>
          <p:nvPr/>
        </p:nvCxnSpPr>
        <p:spPr>
          <a:xfrm flipV="1">
            <a:off x="7377078" y="5051425"/>
            <a:ext cx="0" cy="2057086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5CD046CB-C3AD-F950-5B3A-E2DCB6C25329}"/>
              </a:ext>
            </a:extLst>
          </p:cNvPr>
          <p:cNvCxnSpPr>
            <a:cxnSpLocks/>
          </p:cNvCxnSpPr>
          <p:nvPr/>
        </p:nvCxnSpPr>
        <p:spPr>
          <a:xfrm flipV="1">
            <a:off x="9168593" y="4151191"/>
            <a:ext cx="0" cy="3114286"/>
          </a:xfrm>
          <a:prstGeom prst="line">
            <a:avLst/>
          </a:prstGeom>
          <a:ln w="38100" cmpd="thickThin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BC30FF90-E2AC-C50E-E9CF-CEF09385F4FB}"/>
              </a:ext>
            </a:extLst>
          </p:cNvPr>
          <p:cNvCxnSpPr>
            <a:cxnSpLocks/>
          </p:cNvCxnSpPr>
          <p:nvPr/>
        </p:nvCxnSpPr>
        <p:spPr>
          <a:xfrm flipV="1">
            <a:off x="7133943" y="5191125"/>
            <a:ext cx="0" cy="2074352"/>
          </a:xfrm>
          <a:prstGeom prst="line">
            <a:avLst/>
          </a:prstGeom>
          <a:ln w="38100" cmpd="thickThin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Straight Connector 1182">
            <a:extLst>
              <a:ext uri="{FF2B5EF4-FFF2-40B4-BE49-F238E27FC236}">
                <a16:creationId xmlns:a16="http://schemas.microsoft.com/office/drawing/2014/main" id="{B1D009FE-F575-C9DF-7CE0-9D6123C82354}"/>
              </a:ext>
            </a:extLst>
          </p:cNvPr>
          <p:cNvCxnSpPr>
            <a:cxnSpLocks/>
          </p:cNvCxnSpPr>
          <p:nvPr/>
        </p:nvCxnSpPr>
        <p:spPr>
          <a:xfrm flipH="1">
            <a:off x="7149291" y="5214118"/>
            <a:ext cx="429762" cy="0"/>
          </a:xfrm>
          <a:prstGeom prst="line">
            <a:avLst/>
          </a:prstGeom>
          <a:ln w="38100" cmpd="thickThin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Straight Connector 1185">
            <a:extLst>
              <a:ext uri="{FF2B5EF4-FFF2-40B4-BE49-F238E27FC236}">
                <a16:creationId xmlns:a16="http://schemas.microsoft.com/office/drawing/2014/main" id="{908320B9-BDF1-1910-0D70-61E3E84C31CB}"/>
              </a:ext>
            </a:extLst>
          </p:cNvPr>
          <p:cNvCxnSpPr>
            <a:cxnSpLocks/>
          </p:cNvCxnSpPr>
          <p:nvPr/>
        </p:nvCxnSpPr>
        <p:spPr>
          <a:xfrm flipH="1">
            <a:off x="7115784" y="7259175"/>
            <a:ext cx="2072666" cy="0"/>
          </a:xfrm>
          <a:prstGeom prst="line">
            <a:avLst/>
          </a:prstGeom>
          <a:ln w="38100" cmpd="thickThin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Straight Connector 1191">
            <a:extLst>
              <a:ext uri="{FF2B5EF4-FFF2-40B4-BE49-F238E27FC236}">
                <a16:creationId xmlns:a16="http://schemas.microsoft.com/office/drawing/2014/main" id="{36FD166D-67EB-5C41-343C-C9B9ABCBA76D}"/>
              </a:ext>
            </a:extLst>
          </p:cNvPr>
          <p:cNvCxnSpPr>
            <a:cxnSpLocks/>
          </p:cNvCxnSpPr>
          <p:nvPr/>
        </p:nvCxnSpPr>
        <p:spPr>
          <a:xfrm flipH="1">
            <a:off x="6927850" y="7423172"/>
            <a:ext cx="2400300" cy="24819"/>
          </a:xfrm>
          <a:prstGeom prst="line">
            <a:avLst/>
          </a:prstGeom>
          <a:ln w="38100" cmpd="dbl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Straight Connector 1194">
            <a:extLst>
              <a:ext uri="{FF2B5EF4-FFF2-40B4-BE49-F238E27FC236}">
                <a16:creationId xmlns:a16="http://schemas.microsoft.com/office/drawing/2014/main" id="{0AE5D181-A139-E172-89B9-0D9689CDEA91}"/>
              </a:ext>
            </a:extLst>
          </p:cNvPr>
          <p:cNvCxnSpPr>
            <a:cxnSpLocks/>
          </p:cNvCxnSpPr>
          <p:nvPr/>
        </p:nvCxnSpPr>
        <p:spPr>
          <a:xfrm flipH="1">
            <a:off x="6926257" y="5363156"/>
            <a:ext cx="646126" cy="0"/>
          </a:xfrm>
          <a:prstGeom prst="line">
            <a:avLst/>
          </a:prstGeom>
          <a:ln w="38100" cmpd="dbl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Connector 1196">
            <a:extLst>
              <a:ext uri="{FF2B5EF4-FFF2-40B4-BE49-F238E27FC236}">
                <a16:creationId xmlns:a16="http://schemas.microsoft.com/office/drawing/2014/main" id="{5B437DD7-1D52-FEB9-6A01-DBBF9E665527}"/>
              </a:ext>
            </a:extLst>
          </p:cNvPr>
          <p:cNvCxnSpPr>
            <a:cxnSpLocks/>
          </p:cNvCxnSpPr>
          <p:nvPr/>
        </p:nvCxnSpPr>
        <p:spPr>
          <a:xfrm flipV="1">
            <a:off x="6928908" y="5343525"/>
            <a:ext cx="0" cy="2114550"/>
          </a:xfrm>
          <a:prstGeom prst="line">
            <a:avLst/>
          </a:prstGeom>
          <a:ln w="38100" cmpd="dbl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B31B91D0-9643-D8AF-455E-3E69F5903DE5}"/>
              </a:ext>
            </a:extLst>
          </p:cNvPr>
          <p:cNvCxnSpPr>
            <a:cxnSpLocks/>
          </p:cNvCxnSpPr>
          <p:nvPr/>
        </p:nvCxnSpPr>
        <p:spPr>
          <a:xfrm>
            <a:off x="7953375" y="3899127"/>
            <a:ext cx="423320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Straight Connector 1208">
            <a:extLst>
              <a:ext uri="{FF2B5EF4-FFF2-40B4-BE49-F238E27FC236}">
                <a16:creationId xmlns:a16="http://schemas.microsoft.com/office/drawing/2014/main" id="{FA0CDD07-29B7-F1B9-FFD0-96EC59E93EC9}"/>
              </a:ext>
            </a:extLst>
          </p:cNvPr>
          <p:cNvCxnSpPr>
            <a:cxnSpLocks/>
          </p:cNvCxnSpPr>
          <p:nvPr/>
        </p:nvCxnSpPr>
        <p:spPr>
          <a:xfrm>
            <a:off x="7558820" y="5518377"/>
            <a:ext cx="413605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3FFA9011-4D69-744F-CDB6-F6BB185AB153}"/>
              </a:ext>
            </a:extLst>
          </p:cNvPr>
          <p:cNvCxnSpPr>
            <a:cxnSpLocks/>
          </p:cNvCxnSpPr>
          <p:nvPr/>
        </p:nvCxnSpPr>
        <p:spPr>
          <a:xfrm flipV="1">
            <a:off x="7972425" y="3890142"/>
            <a:ext cx="0" cy="1653408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C9E5D2EE-AA64-3AEA-84A5-41204DEC1A1E}"/>
              </a:ext>
            </a:extLst>
          </p:cNvPr>
          <p:cNvCxnSpPr>
            <a:cxnSpLocks/>
          </p:cNvCxnSpPr>
          <p:nvPr/>
        </p:nvCxnSpPr>
        <p:spPr>
          <a:xfrm>
            <a:off x="2635250" y="3401844"/>
            <a:ext cx="0" cy="24233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4" name="Straight Connector 1223">
            <a:extLst>
              <a:ext uri="{FF2B5EF4-FFF2-40B4-BE49-F238E27FC236}">
                <a16:creationId xmlns:a16="http://schemas.microsoft.com/office/drawing/2014/main" id="{AA8479D3-A65D-5719-F60D-48B45A3ACF6F}"/>
              </a:ext>
            </a:extLst>
          </p:cNvPr>
          <p:cNvCxnSpPr>
            <a:cxnSpLocks/>
          </p:cNvCxnSpPr>
          <p:nvPr/>
        </p:nvCxnSpPr>
        <p:spPr>
          <a:xfrm flipH="1">
            <a:off x="2635250" y="5182213"/>
            <a:ext cx="158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6B41C633-2B98-F4B6-B551-A58A84F5B628}"/>
              </a:ext>
            </a:extLst>
          </p:cNvPr>
          <p:cNvCxnSpPr>
            <a:cxnSpLocks/>
          </p:cNvCxnSpPr>
          <p:nvPr/>
        </p:nvCxnSpPr>
        <p:spPr>
          <a:xfrm>
            <a:off x="2989789" y="3454538"/>
            <a:ext cx="0" cy="2241412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Straight Connector 1230">
            <a:extLst>
              <a:ext uri="{FF2B5EF4-FFF2-40B4-BE49-F238E27FC236}">
                <a16:creationId xmlns:a16="http://schemas.microsoft.com/office/drawing/2014/main" id="{FCAE815A-6ADB-8F7F-80B2-EB8AA0D01F37}"/>
              </a:ext>
            </a:extLst>
          </p:cNvPr>
          <p:cNvCxnSpPr>
            <a:cxnSpLocks/>
          </p:cNvCxnSpPr>
          <p:nvPr/>
        </p:nvCxnSpPr>
        <p:spPr>
          <a:xfrm flipH="1">
            <a:off x="2978073" y="5259496"/>
            <a:ext cx="15875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1C08B4E7-400E-5D25-97DA-4B18AE4BBD55}"/>
              </a:ext>
            </a:extLst>
          </p:cNvPr>
          <p:cNvCxnSpPr>
            <a:cxnSpLocks/>
          </p:cNvCxnSpPr>
          <p:nvPr/>
        </p:nvCxnSpPr>
        <p:spPr>
          <a:xfrm flipV="1">
            <a:off x="8469057" y="5975009"/>
            <a:ext cx="0" cy="23510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6" name="Straight Connector 1235">
            <a:extLst>
              <a:ext uri="{FF2B5EF4-FFF2-40B4-BE49-F238E27FC236}">
                <a16:creationId xmlns:a16="http://schemas.microsoft.com/office/drawing/2014/main" id="{66092858-2E03-3721-3BB0-6857DF640024}"/>
              </a:ext>
            </a:extLst>
          </p:cNvPr>
          <p:cNvCxnSpPr>
            <a:cxnSpLocks/>
          </p:cNvCxnSpPr>
          <p:nvPr/>
        </p:nvCxnSpPr>
        <p:spPr>
          <a:xfrm flipH="1">
            <a:off x="3298825" y="6190073"/>
            <a:ext cx="516540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Straight Connector 1238">
            <a:extLst>
              <a:ext uri="{FF2B5EF4-FFF2-40B4-BE49-F238E27FC236}">
                <a16:creationId xmlns:a16="http://schemas.microsoft.com/office/drawing/2014/main" id="{03D3ADB5-D769-26F8-C7B6-82C7F8131A11}"/>
              </a:ext>
            </a:extLst>
          </p:cNvPr>
          <p:cNvCxnSpPr>
            <a:cxnSpLocks/>
          </p:cNvCxnSpPr>
          <p:nvPr/>
        </p:nvCxnSpPr>
        <p:spPr>
          <a:xfrm flipV="1">
            <a:off x="3315188" y="5097796"/>
            <a:ext cx="0" cy="1092277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Straight Connector 1241">
            <a:extLst>
              <a:ext uri="{FF2B5EF4-FFF2-40B4-BE49-F238E27FC236}">
                <a16:creationId xmlns:a16="http://schemas.microsoft.com/office/drawing/2014/main" id="{5C3101C7-7AD1-00C8-C46F-653504587C37}"/>
              </a:ext>
            </a:extLst>
          </p:cNvPr>
          <p:cNvCxnSpPr>
            <a:cxnSpLocks/>
          </p:cNvCxnSpPr>
          <p:nvPr/>
        </p:nvCxnSpPr>
        <p:spPr>
          <a:xfrm flipH="1">
            <a:off x="3101588" y="5115597"/>
            <a:ext cx="234543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Straight Connector 1245">
            <a:extLst>
              <a:ext uri="{FF2B5EF4-FFF2-40B4-BE49-F238E27FC236}">
                <a16:creationId xmlns:a16="http://schemas.microsoft.com/office/drawing/2014/main" id="{5864A5DC-1204-D60F-824D-416BBA18C109}"/>
              </a:ext>
            </a:extLst>
          </p:cNvPr>
          <p:cNvCxnSpPr>
            <a:cxnSpLocks/>
          </p:cNvCxnSpPr>
          <p:nvPr/>
        </p:nvCxnSpPr>
        <p:spPr>
          <a:xfrm flipV="1">
            <a:off x="3266502" y="3249347"/>
            <a:ext cx="0" cy="106596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Straight Connector 1246">
            <a:extLst>
              <a:ext uri="{FF2B5EF4-FFF2-40B4-BE49-F238E27FC236}">
                <a16:creationId xmlns:a16="http://schemas.microsoft.com/office/drawing/2014/main" id="{59DFCBBA-2139-E49D-8107-3A6536E5251A}"/>
              </a:ext>
            </a:extLst>
          </p:cNvPr>
          <p:cNvCxnSpPr>
            <a:cxnSpLocks/>
          </p:cNvCxnSpPr>
          <p:nvPr/>
        </p:nvCxnSpPr>
        <p:spPr>
          <a:xfrm flipH="1">
            <a:off x="2971940" y="3254443"/>
            <a:ext cx="304077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Straight Connector 1249">
            <a:extLst>
              <a:ext uri="{FF2B5EF4-FFF2-40B4-BE49-F238E27FC236}">
                <a16:creationId xmlns:a16="http://schemas.microsoft.com/office/drawing/2014/main" id="{4C32E461-B9EB-46B5-0458-E41301651739}"/>
              </a:ext>
            </a:extLst>
          </p:cNvPr>
          <p:cNvCxnSpPr>
            <a:cxnSpLocks/>
          </p:cNvCxnSpPr>
          <p:nvPr/>
        </p:nvCxnSpPr>
        <p:spPr>
          <a:xfrm flipH="1">
            <a:off x="1035050" y="4297241"/>
            <a:ext cx="2238902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>
            <a:extLst>
              <a:ext uri="{FF2B5EF4-FFF2-40B4-BE49-F238E27FC236}">
                <a16:creationId xmlns:a16="http://schemas.microsoft.com/office/drawing/2014/main" id="{76CB76FB-48CB-51CB-4305-DB53005E0E2D}"/>
              </a:ext>
            </a:extLst>
          </p:cNvPr>
          <p:cNvCxnSpPr>
            <a:cxnSpLocks/>
          </p:cNvCxnSpPr>
          <p:nvPr/>
        </p:nvCxnSpPr>
        <p:spPr>
          <a:xfrm flipV="1">
            <a:off x="1031302" y="4281379"/>
            <a:ext cx="0" cy="23797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Straight Connector 1254">
            <a:extLst>
              <a:ext uri="{FF2B5EF4-FFF2-40B4-BE49-F238E27FC236}">
                <a16:creationId xmlns:a16="http://schemas.microsoft.com/office/drawing/2014/main" id="{B8148F18-63D8-C86D-8E6C-2BD5C4E94D86}"/>
              </a:ext>
            </a:extLst>
          </p:cNvPr>
          <p:cNvCxnSpPr>
            <a:cxnSpLocks/>
          </p:cNvCxnSpPr>
          <p:nvPr/>
        </p:nvCxnSpPr>
        <p:spPr>
          <a:xfrm flipH="1">
            <a:off x="8434389" y="5680196"/>
            <a:ext cx="360361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Straight Connector 1256">
            <a:extLst>
              <a:ext uri="{FF2B5EF4-FFF2-40B4-BE49-F238E27FC236}">
                <a16:creationId xmlns:a16="http://schemas.microsoft.com/office/drawing/2014/main" id="{E0680223-12E6-CCCB-B1BB-71C44341D174}"/>
              </a:ext>
            </a:extLst>
          </p:cNvPr>
          <p:cNvCxnSpPr>
            <a:cxnSpLocks/>
          </p:cNvCxnSpPr>
          <p:nvPr/>
        </p:nvCxnSpPr>
        <p:spPr>
          <a:xfrm flipV="1">
            <a:off x="8791585" y="5669235"/>
            <a:ext cx="0" cy="96888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9" name="Straight Connector 1258">
            <a:extLst>
              <a:ext uri="{FF2B5EF4-FFF2-40B4-BE49-F238E27FC236}">
                <a16:creationId xmlns:a16="http://schemas.microsoft.com/office/drawing/2014/main" id="{2601BA2A-7ACF-50B8-38E8-B15999FFAB1E}"/>
              </a:ext>
            </a:extLst>
          </p:cNvPr>
          <p:cNvCxnSpPr>
            <a:cxnSpLocks/>
          </p:cNvCxnSpPr>
          <p:nvPr/>
        </p:nvCxnSpPr>
        <p:spPr>
          <a:xfrm flipH="1">
            <a:off x="1041400" y="6650821"/>
            <a:ext cx="777001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3" name="Straight Connector 1262">
            <a:extLst>
              <a:ext uri="{FF2B5EF4-FFF2-40B4-BE49-F238E27FC236}">
                <a16:creationId xmlns:a16="http://schemas.microsoft.com/office/drawing/2014/main" id="{2E1AE1E5-576E-9C5B-F857-21F2B657AD1A}"/>
              </a:ext>
            </a:extLst>
          </p:cNvPr>
          <p:cNvCxnSpPr>
            <a:cxnSpLocks/>
          </p:cNvCxnSpPr>
          <p:nvPr/>
        </p:nvCxnSpPr>
        <p:spPr>
          <a:xfrm flipV="1">
            <a:off x="8645535" y="5505450"/>
            <a:ext cx="0" cy="142875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>
            <a:extLst>
              <a:ext uri="{FF2B5EF4-FFF2-40B4-BE49-F238E27FC236}">
                <a16:creationId xmlns:a16="http://schemas.microsoft.com/office/drawing/2014/main" id="{44D841F6-9BF4-4426-D9F7-4AD2E5801ED7}"/>
              </a:ext>
            </a:extLst>
          </p:cNvPr>
          <p:cNvCxnSpPr>
            <a:cxnSpLocks/>
          </p:cNvCxnSpPr>
          <p:nvPr/>
        </p:nvCxnSpPr>
        <p:spPr>
          <a:xfrm flipH="1">
            <a:off x="875682" y="6922166"/>
            <a:ext cx="7770018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9" name="Straight Connector 1268">
            <a:extLst>
              <a:ext uri="{FF2B5EF4-FFF2-40B4-BE49-F238E27FC236}">
                <a16:creationId xmlns:a16="http://schemas.microsoft.com/office/drawing/2014/main" id="{96014400-274D-11F2-A939-B7D2838AE68A}"/>
              </a:ext>
            </a:extLst>
          </p:cNvPr>
          <p:cNvCxnSpPr>
            <a:cxnSpLocks/>
          </p:cNvCxnSpPr>
          <p:nvPr/>
        </p:nvCxnSpPr>
        <p:spPr>
          <a:xfrm flipV="1">
            <a:off x="881888" y="4167769"/>
            <a:ext cx="0" cy="2770668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>
            <a:extLst>
              <a:ext uri="{FF2B5EF4-FFF2-40B4-BE49-F238E27FC236}">
                <a16:creationId xmlns:a16="http://schemas.microsoft.com/office/drawing/2014/main" id="{53C14AC3-0E8D-266F-F606-2800919F2CA9}"/>
              </a:ext>
            </a:extLst>
          </p:cNvPr>
          <p:cNvCxnSpPr>
            <a:cxnSpLocks/>
          </p:cNvCxnSpPr>
          <p:nvPr/>
        </p:nvCxnSpPr>
        <p:spPr>
          <a:xfrm flipH="1">
            <a:off x="869188" y="4157541"/>
            <a:ext cx="2238902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>
            <a:extLst>
              <a:ext uri="{FF2B5EF4-FFF2-40B4-BE49-F238E27FC236}">
                <a16:creationId xmlns:a16="http://schemas.microsoft.com/office/drawing/2014/main" id="{7EBF6FCB-DC30-AD36-7A17-D739E53C3CF3}"/>
              </a:ext>
            </a:extLst>
          </p:cNvPr>
          <p:cNvCxnSpPr>
            <a:cxnSpLocks/>
          </p:cNvCxnSpPr>
          <p:nvPr/>
        </p:nvCxnSpPr>
        <p:spPr>
          <a:xfrm flipV="1">
            <a:off x="3094362" y="3374998"/>
            <a:ext cx="0" cy="80338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0" name="Straight Connector 1279">
            <a:extLst>
              <a:ext uri="{FF2B5EF4-FFF2-40B4-BE49-F238E27FC236}">
                <a16:creationId xmlns:a16="http://schemas.microsoft.com/office/drawing/2014/main" id="{65543063-2165-A129-5C62-F5AB20D6B7D4}"/>
              </a:ext>
            </a:extLst>
          </p:cNvPr>
          <p:cNvCxnSpPr>
            <a:cxnSpLocks/>
          </p:cNvCxnSpPr>
          <p:nvPr/>
        </p:nvCxnSpPr>
        <p:spPr>
          <a:xfrm flipH="1">
            <a:off x="7994931" y="5825144"/>
            <a:ext cx="463269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8" name="Straight Connector 1287">
            <a:extLst>
              <a:ext uri="{FF2B5EF4-FFF2-40B4-BE49-F238E27FC236}">
                <a16:creationId xmlns:a16="http://schemas.microsoft.com/office/drawing/2014/main" id="{A43B25C6-D991-A9EF-FDBE-2CE823EB3EEB}"/>
              </a:ext>
            </a:extLst>
          </p:cNvPr>
          <p:cNvCxnSpPr>
            <a:cxnSpLocks/>
          </p:cNvCxnSpPr>
          <p:nvPr/>
        </p:nvCxnSpPr>
        <p:spPr>
          <a:xfrm flipV="1">
            <a:off x="8011777" y="5825144"/>
            <a:ext cx="0" cy="294669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1" name="Straight Connector 1290">
            <a:extLst>
              <a:ext uri="{FF2B5EF4-FFF2-40B4-BE49-F238E27FC236}">
                <a16:creationId xmlns:a16="http://schemas.microsoft.com/office/drawing/2014/main" id="{B693FCD8-EC36-7F7A-554C-05BE7C7BC87C}"/>
              </a:ext>
            </a:extLst>
          </p:cNvPr>
          <p:cNvCxnSpPr>
            <a:cxnSpLocks/>
          </p:cNvCxnSpPr>
          <p:nvPr/>
        </p:nvCxnSpPr>
        <p:spPr>
          <a:xfrm flipH="1">
            <a:off x="3482975" y="6104854"/>
            <a:ext cx="4539456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8" name="Straight Connector 1297">
            <a:extLst>
              <a:ext uri="{FF2B5EF4-FFF2-40B4-BE49-F238E27FC236}">
                <a16:creationId xmlns:a16="http://schemas.microsoft.com/office/drawing/2014/main" id="{21E965DF-7924-A9D5-E2DA-FE667FB4D3A2}"/>
              </a:ext>
            </a:extLst>
          </p:cNvPr>
          <p:cNvCxnSpPr>
            <a:cxnSpLocks/>
          </p:cNvCxnSpPr>
          <p:nvPr/>
        </p:nvCxnSpPr>
        <p:spPr>
          <a:xfrm flipV="1">
            <a:off x="3489019" y="4999161"/>
            <a:ext cx="0" cy="111271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1299">
            <a:extLst>
              <a:ext uri="{FF2B5EF4-FFF2-40B4-BE49-F238E27FC236}">
                <a16:creationId xmlns:a16="http://schemas.microsoft.com/office/drawing/2014/main" id="{C43E12DA-739C-D747-E0F7-7A42429EF9D0}"/>
              </a:ext>
            </a:extLst>
          </p:cNvPr>
          <p:cNvCxnSpPr>
            <a:cxnSpLocks/>
          </p:cNvCxnSpPr>
          <p:nvPr/>
        </p:nvCxnSpPr>
        <p:spPr>
          <a:xfrm flipH="1">
            <a:off x="3132277" y="5022395"/>
            <a:ext cx="356254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C28DEF-1E6C-322C-4753-F97AA6BC53FF}"/>
              </a:ext>
            </a:extLst>
          </p:cNvPr>
          <p:cNvCxnSpPr>
            <a:cxnSpLocks/>
          </p:cNvCxnSpPr>
          <p:nvPr/>
        </p:nvCxnSpPr>
        <p:spPr>
          <a:xfrm flipH="1">
            <a:off x="8443088" y="5521970"/>
            <a:ext cx="211962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9EB1C9F-9FB1-A58F-1180-9EB99DF952A5}"/>
              </a:ext>
            </a:extLst>
          </p:cNvPr>
          <p:cNvCxnSpPr>
            <a:cxnSpLocks/>
          </p:cNvCxnSpPr>
          <p:nvPr/>
        </p:nvCxnSpPr>
        <p:spPr>
          <a:xfrm flipH="1">
            <a:off x="2978073" y="5667375"/>
            <a:ext cx="427499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D084FD-2405-4778-51FE-92334AA8EC19}"/>
              </a:ext>
            </a:extLst>
          </p:cNvPr>
          <p:cNvCxnSpPr>
            <a:cxnSpLocks/>
          </p:cNvCxnSpPr>
          <p:nvPr/>
        </p:nvCxnSpPr>
        <p:spPr>
          <a:xfrm flipH="1">
            <a:off x="2624138" y="5825757"/>
            <a:ext cx="448010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91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1315</TotalTime>
  <Words>20</Words>
  <Application>Microsoft Office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Koprov</dc:creator>
  <cp:lastModifiedBy>Pavel Koprov</cp:lastModifiedBy>
  <cp:revision>14</cp:revision>
  <dcterms:created xsi:type="dcterms:W3CDTF">2025-04-21T03:13:53Z</dcterms:created>
  <dcterms:modified xsi:type="dcterms:W3CDTF">2025-12-30T02:42:37Z</dcterms:modified>
</cp:coreProperties>
</file>